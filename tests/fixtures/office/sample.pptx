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PowerPoint attachment rendered by Gotenberg and PDF.js.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